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6" r:id="rId10"/>
    <p:sldId id="265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School Management System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Futureminds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893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The School Management System</a:t>
            </a:r>
            <a:endParaRPr lang="en-AU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508443"/>
            <a:ext cx="8596312" cy="318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3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You Need a School Management System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AU" sz="5600" dirty="0" smtClean="0"/>
              <a:t>Today</a:t>
            </a:r>
            <a:r>
              <a:rPr lang="en-AU" sz="5600" dirty="0"/>
              <a:t>, information and communications technologies (ICTs) infiltrate classrooms around the world at an exceedingly rapid pace. 21st century students (</a:t>
            </a:r>
            <a:r>
              <a:rPr lang="en-AU" sz="5600" dirty="0" err="1"/>
              <a:t>millennials</a:t>
            </a:r>
            <a:r>
              <a:rPr lang="en-AU" sz="5600" dirty="0"/>
              <a:t>), as well as teachers and parents are practiced users of digital technology. </a:t>
            </a:r>
          </a:p>
          <a:p>
            <a:r>
              <a:rPr lang="en-AU" sz="5600" dirty="0" smtClean="0"/>
              <a:t>Reduces </a:t>
            </a:r>
            <a:r>
              <a:rPr lang="en-AU" sz="5600" dirty="0"/>
              <a:t>the time spent on day-to-day administrative tasks and increases the time spent on strategic tasks will improve the quality of teaching. </a:t>
            </a:r>
          </a:p>
          <a:p>
            <a:r>
              <a:rPr lang="en-AU" sz="5600" dirty="0" smtClean="0"/>
              <a:t>Provides </a:t>
            </a:r>
            <a:r>
              <a:rPr lang="en-AU" sz="5600" dirty="0"/>
              <a:t>systematic way of enhancing the teaching staff work efficiency </a:t>
            </a:r>
          </a:p>
          <a:p>
            <a:r>
              <a:rPr lang="en-AU" sz="5600" dirty="0" smtClean="0"/>
              <a:t>Streamline </a:t>
            </a:r>
            <a:r>
              <a:rPr lang="en-AU" sz="5600" dirty="0"/>
              <a:t>the educational process </a:t>
            </a:r>
          </a:p>
          <a:p>
            <a:r>
              <a:rPr lang="en-AU" sz="5600" dirty="0" smtClean="0"/>
              <a:t>Instantaneous </a:t>
            </a:r>
            <a:r>
              <a:rPr lang="en-AU" sz="5600" dirty="0"/>
              <a:t>availability of data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45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You Need a School Management System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47500" lnSpcReduction="20000"/>
          </a:bodyPr>
          <a:lstStyle/>
          <a:p>
            <a:pPr lvl="0" hangingPunct="0"/>
            <a:r>
              <a:rPr lang="en-US" sz="5600" dirty="0"/>
              <a:t>To strengthen the relationship between parents and teachers </a:t>
            </a:r>
            <a:endParaRPr lang="en-AU" sz="5600" dirty="0"/>
          </a:p>
          <a:p>
            <a:r>
              <a:rPr lang="en-US" sz="5500" dirty="0" smtClean="0"/>
              <a:t>To </a:t>
            </a:r>
            <a:r>
              <a:rPr lang="en-US" sz="5500" dirty="0"/>
              <a:t>easily track student progress </a:t>
            </a:r>
            <a:endParaRPr lang="en-AU" sz="5500" dirty="0"/>
          </a:p>
          <a:p>
            <a:r>
              <a:rPr lang="en-US" sz="5500" dirty="0" smtClean="0"/>
              <a:t>To </a:t>
            </a:r>
            <a:r>
              <a:rPr lang="en-US" sz="5500" dirty="0"/>
              <a:t>save man hours and to reduce communication cost </a:t>
            </a:r>
            <a:endParaRPr lang="en-AU" sz="5500" dirty="0"/>
          </a:p>
          <a:p>
            <a:r>
              <a:rPr lang="en-US" sz="5500" dirty="0" smtClean="0"/>
              <a:t>To </a:t>
            </a:r>
            <a:r>
              <a:rPr lang="en-US" sz="5500" dirty="0"/>
              <a:t>decrease the paperwork to a greater extent making the </a:t>
            </a:r>
            <a:r>
              <a:rPr lang="en-US" sz="5500" dirty="0" smtClean="0"/>
              <a:t>process </a:t>
            </a:r>
            <a:r>
              <a:rPr lang="en-US" sz="5500" dirty="0"/>
              <a:t>cost effective </a:t>
            </a:r>
            <a:endParaRPr lang="en-AU" sz="5500" dirty="0"/>
          </a:p>
          <a:p>
            <a:r>
              <a:rPr lang="en-US" sz="5500" dirty="0" smtClean="0"/>
              <a:t>To </a:t>
            </a:r>
            <a:r>
              <a:rPr lang="en-US" sz="5500" dirty="0"/>
              <a:t>Increase the productivity and efficiency of the </a:t>
            </a:r>
            <a:r>
              <a:rPr lang="en-US" sz="5500" dirty="0" smtClean="0"/>
              <a:t>office/management </a:t>
            </a:r>
            <a:r>
              <a:rPr lang="en-US" sz="5500" dirty="0"/>
              <a:t>staff</a:t>
            </a:r>
            <a:endParaRPr lang="en-AU" sz="5500" dirty="0"/>
          </a:p>
        </p:txBody>
      </p:sp>
    </p:spTree>
    <p:extLst>
      <p:ext uri="{BB962C8B-B14F-4D97-AF65-F5344CB8AC3E}">
        <p14:creationId xmlns:p14="http://schemas.microsoft.com/office/powerpoint/2010/main" val="299789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</a:t>
            </a:r>
            <a:r>
              <a:rPr lang="en-AU" dirty="0" err="1" smtClean="0"/>
              <a:t>FutureMinds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hangingPunct="0"/>
            <a:r>
              <a:rPr lang="en-US" dirty="0" err="1" smtClean="0"/>
              <a:t>Futuremind</a:t>
            </a:r>
            <a:r>
              <a:rPr lang="en-US" dirty="0" smtClean="0"/>
              <a:t> is </a:t>
            </a:r>
            <a:r>
              <a:rPr lang="en-US" dirty="0"/>
              <a:t>an open source school management system that utilizes the latest technologies to effectively and efficiently manage daily activities within a school environment.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This </a:t>
            </a:r>
            <a:r>
              <a:rPr lang="en-US" dirty="0"/>
              <a:t>application provides a platform to unite school authorities, teachers, students and parents, and to enhance the quality of education. </a:t>
            </a:r>
            <a:endParaRPr lang="en-US" dirty="0" smtClean="0"/>
          </a:p>
          <a:p>
            <a:r>
              <a:rPr lang="en-AU" dirty="0"/>
              <a:t>The School Authorities, the Teachers and the Parents could monitor the progress of the Students</a:t>
            </a:r>
            <a:r>
              <a:rPr lang="en-AU" dirty="0" smtClean="0"/>
              <a:t>.</a:t>
            </a:r>
          </a:p>
          <a:p>
            <a:r>
              <a:rPr lang="en-US" dirty="0"/>
              <a:t>Through this system, the Parent – Teacher interaction is enhanced</a:t>
            </a:r>
            <a:endParaRPr lang="en-AU" dirty="0" smtClean="0"/>
          </a:p>
          <a:p>
            <a:r>
              <a:rPr lang="en-AU" dirty="0"/>
              <a:t>Futureminds is a Web-enabled application that can be accessed from anywhere around the world</a:t>
            </a:r>
            <a:r>
              <a:rPr lang="en-AU" dirty="0" smtClean="0"/>
              <a:t>.</a:t>
            </a:r>
          </a:p>
          <a:p>
            <a:r>
              <a:rPr lang="en-US" dirty="0"/>
              <a:t>Principal and the Management Team could monitor the progress of the Teachers within the School using </a:t>
            </a:r>
            <a:r>
              <a:rPr lang="en-US" dirty="0" smtClean="0"/>
              <a:t>Futureminds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318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Login Page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555400"/>
            <a:ext cx="8596312" cy="309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Main Modules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Mainly </a:t>
            </a:r>
            <a:r>
              <a:rPr lang="en-AU" dirty="0" err="1"/>
              <a:t>Futuremind</a:t>
            </a:r>
            <a:r>
              <a:rPr lang="en-AU" dirty="0"/>
              <a:t> School Management System contains nine modules</a:t>
            </a:r>
            <a:r>
              <a:rPr lang="en-AU" dirty="0" smtClean="0"/>
              <a:t>.</a:t>
            </a:r>
          </a:p>
          <a:p>
            <a:r>
              <a:rPr lang="en-AU" dirty="0"/>
              <a:t>Student Module </a:t>
            </a:r>
            <a:endParaRPr lang="en-AU" dirty="0" smtClean="0"/>
          </a:p>
          <a:p>
            <a:r>
              <a:rPr lang="en-AU" dirty="0"/>
              <a:t>Staff </a:t>
            </a:r>
            <a:r>
              <a:rPr lang="en-AU" dirty="0" smtClean="0"/>
              <a:t>Module</a:t>
            </a:r>
          </a:p>
          <a:p>
            <a:r>
              <a:rPr lang="en-AU" dirty="0"/>
              <a:t>Reference </a:t>
            </a:r>
            <a:r>
              <a:rPr lang="en-AU" dirty="0" smtClean="0"/>
              <a:t>Module</a:t>
            </a:r>
          </a:p>
          <a:p>
            <a:r>
              <a:rPr lang="en-AU" dirty="0"/>
              <a:t>School Module </a:t>
            </a:r>
            <a:endParaRPr lang="en-AU" dirty="0" smtClean="0"/>
          </a:p>
          <a:p>
            <a:r>
              <a:rPr lang="en-AU" dirty="0"/>
              <a:t>Reporting </a:t>
            </a:r>
            <a:r>
              <a:rPr lang="en-AU" dirty="0" smtClean="0"/>
              <a:t>Module</a:t>
            </a:r>
          </a:p>
          <a:p>
            <a:r>
              <a:rPr lang="en-AU" dirty="0"/>
              <a:t>Attendance </a:t>
            </a:r>
            <a:r>
              <a:rPr lang="en-AU" dirty="0" smtClean="0"/>
              <a:t>Module</a:t>
            </a:r>
          </a:p>
          <a:p>
            <a:r>
              <a:rPr lang="en-AU" dirty="0"/>
              <a:t>User </a:t>
            </a:r>
            <a:r>
              <a:rPr lang="en-AU" dirty="0" err="1"/>
              <a:t>Mgt</a:t>
            </a:r>
            <a:r>
              <a:rPr lang="en-AU" dirty="0"/>
              <a:t> </a:t>
            </a:r>
            <a:r>
              <a:rPr lang="en-AU" dirty="0" smtClean="0"/>
              <a:t>Module</a:t>
            </a:r>
          </a:p>
          <a:p>
            <a:r>
              <a:rPr lang="en-AU" dirty="0"/>
              <a:t>Communication Module </a:t>
            </a:r>
            <a:endParaRPr lang="en-AU" dirty="0" smtClean="0"/>
          </a:p>
          <a:p>
            <a:r>
              <a:rPr lang="en-AU" dirty="0"/>
              <a:t>Fee Module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6845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Far Does This Cover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Futureminds </a:t>
            </a:r>
            <a:r>
              <a:rPr lang="en-US" b="1" dirty="0"/>
              <a:t>consists of the following basic functionalities:</a:t>
            </a:r>
            <a:endParaRPr lang="en-AU" dirty="0"/>
          </a:p>
          <a:p>
            <a:r>
              <a:rPr lang="en-US" dirty="0"/>
              <a:t> </a:t>
            </a:r>
            <a:r>
              <a:rPr lang="fr-FR" dirty="0" err="1"/>
              <a:t>Student</a:t>
            </a:r>
            <a:r>
              <a:rPr lang="fr-FR" dirty="0"/>
              <a:t> Information Management (</a:t>
            </a:r>
            <a:r>
              <a:rPr lang="fr-FR" dirty="0" err="1"/>
              <a:t>Students</a:t>
            </a:r>
            <a:r>
              <a:rPr lang="fr-FR" dirty="0"/>
              <a:t>, Parents) </a:t>
            </a:r>
            <a:endParaRPr lang="fr-FR" dirty="0" smtClean="0"/>
          </a:p>
          <a:p>
            <a:r>
              <a:rPr lang="en-AU" dirty="0"/>
              <a:t>Staff Information Management (Teachers, Clerical Staff) </a:t>
            </a:r>
            <a:endParaRPr lang="en-AU" dirty="0" smtClean="0"/>
          </a:p>
          <a:p>
            <a:r>
              <a:rPr lang="en-AU" dirty="0"/>
              <a:t>User </a:t>
            </a:r>
            <a:r>
              <a:rPr lang="en-AU" dirty="0" err="1"/>
              <a:t>Mgt</a:t>
            </a:r>
            <a:r>
              <a:rPr lang="en-AU" dirty="0"/>
              <a:t>/Authentication (Administrator, Teacher, Clerical Staff, Student) </a:t>
            </a:r>
            <a:endParaRPr lang="en-AU" dirty="0" smtClean="0"/>
          </a:p>
          <a:p>
            <a:r>
              <a:rPr lang="en-AU" dirty="0"/>
              <a:t>Reports </a:t>
            </a:r>
            <a:r>
              <a:rPr lang="en-AU" dirty="0" smtClean="0"/>
              <a:t>Generation</a:t>
            </a:r>
          </a:p>
          <a:p>
            <a:r>
              <a:rPr lang="en-AU" dirty="0"/>
              <a:t>Document </a:t>
            </a:r>
            <a:r>
              <a:rPr lang="en-AU" dirty="0" smtClean="0"/>
              <a:t>Management</a:t>
            </a:r>
          </a:p>
          <a:p>
            <a:r>
              <a:rPr lang="en-AU" dirty="0"/>
              <a:t>Email and Short Message Services function </a:t>
            </a:r>
            <a:endParaRPr lang="en-AU" dirty="0" smtClean="0"/>
          </a:p>
          <a:p>
            <a:r>
              <a:rPr lang="en-AU" dirty="0"/>
              <a:t>Attendance </a:t>
            </a:r>
            <a:r>
              <a:rPr lang="en-AU" dirty="0" smtClean="0"/>
              <a:t>Management</a:t>
            </a:r>
          </a:p>
          <a:p>
            <a:r>
              <a:rPr lang="en-AU" dirty="0"/>
              <a:t>Allocations Management </a:t>
            </a:r>
            <a:endParaRPr lang="en-AU" dirty="0" smtClean="0"/>
          </a:p>
          <a:p>
            <a:r>
              <a:rPr lang="en-AU" dirty="0"/>
              <a:t>Notice board management </a:t>
            </a:r>
            <a:endParaRPr lang="en-AU" dirty="0" smtClean="0"/>
          </a:p>
          <a:p>
            <a:r>
              <a:rPr lang="en-AU" dirty="0"/>
              <a:t>Student </a:t>
            </a:r>
            <a:r>
              <a:rPr lang="en-AU" dirty="0" err="1"/>
              <a:t>behavior</a:t>
            </a:r>
            <a:r>
              <a:rPr lang="en-AU" dirty="0"/>
              <a:t> management 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581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Student </a:t>
            </a:r>
            <a:r>
              <a:rPr lang="en-US" b="1" dirty="0" smtClean="0"/>
              <a:t>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4684" y="1930400"/>
            <a:ext cx="5602669" cy="41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2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Student 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Maintain Attendance Details</a:t>
            </a:r>
            <a:endParaRPr lang="en-AU" dirty="0"/>
          </a:p>
          <a:p>
            <a:r>
              <a:rPr lang="en-AU" dirty="0" smtClean="0"/>
              <a:t>Maintain Academic Details</a:t>
            </a:r>
            <a:endParaRPr lang="en-AU" dirty="0"/>
          </a:p>
          <a:p>
            <a:r>
              <a:rPr lang="en-AU" dirty="0" smtClean="0"/>
              <a:t>Maintain Co-curricular Details</a:t>
            </a:r>
            <a:endParaRPr lang="en-AU" dirty="0"/>
          </a:p>
          <a:p>
            <a:r>
              <a:rPr lang="en-AU" dirty="0" smtClean="0"/>
              <a:t>Maintain </a:t>
            </a:r>
            <a:r>
              <a:rPr lang="en-AU" dirty="0"/>
              <a:t>Parents’ Details</a:t>
            </a:r>
          </a:p>
          <a:p>
            <a:r>
              <a:rPr lang="en-AU" dirty="0" smtClean="0"/>
              <a:t>Maintain Religious </a:t>
            </a:r>
            <a:endParaRPr lang="en-AU" dirty="0"/>
          </a:p>
          <a:p>
            <a:r>
              <a:rPr lang="en-AU" dirty="0"/>
              <a:t>Activity Details</a:t>
            </a:r>
          </a:p>
          <a:p>
            <a:r>
              <a:rPr lang="en-AU" dirty="0" smtClean="0"/>
              <a:t>Maintain </a:t>
            </a:r>
            <a:r>
              <a:rPr lang="en-AU" dirty="0"/>
              <a:t>Disciplinary</a:t>
            </a:r>
          </a:p>
          <a:p>
            <a:r>
              <a:rPr lang="en-AU" dirty="0"/>
              <a:t>Action Details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9067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Staff </a:t>
            </a:r>
            <a:r>
              <a:rPr lang="en-US" b="1" dirty="0" smtClean="0"/>
              <a:t>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 Attendance Details</a:t>
            </a:r>
            <a:endParaRPr lang="en-AU" dirty="0"/>
          </a:p>
          <a:p>
            <a:r>
              <a:rPr lang="en-US" dirty="0" smtClean="0"/>
              <a:t>Maintain </a:t>
            </a:r>
            <a:r>
              <a:rPr lang="en-US" dirty="0"/>
              <a:t>Qualification Details</a:t>
            </a:r>
            <a:endParaRPr lang="en-AU" dirty="0"/>
          </a:p>
          <a:p>
            <a:r>
              <a:rPr lang="en-US" dirty="0" smtClean="0"/>
              <a:t>Maintain </a:t>
            </a:r>
            <a:r>
              <a:rPr lang="en-US" dirty="0"/>
              <a:t>Class </a:t>
            </a:r>
            <a:r>
              <a:rPr lang="en-US" dirty="0" smtClean="0"/>
              <a:t>Allocation Details</a:t>
            </a:r>
            <a:endParaRPr lang="en-AU" dirty="0"/>
          </a:p>
          <a:p>
            <a:r>
              <a:rPr lang="en-US" dirty="0" smtClean="0"/>
              <a:t>Maintain </a:t>
            </a:r>
            <a:r>
              <a:rPr lang="en-US" dirty="0"/>
              <a:t>Subject </a:t>
            </a:r>
            <a:r>
              <a:rPr lang="en-US" dirty="0" smtClean="0"/>
              <a:t>Allocation Details</a:t>
            </a:r>
            <a:endParaRPr lang="en-AU" dirty="0"/>
          </a:p>
          <a:p>
            <a:r>
              <a:rPr lang="en-US" dirty="0" smtClean="0"/>
              <a:t>Maintain </a:t>
            </a:r>
            <a:r>
              <a:rPr lang="en-US" dirty="0"/>
              <a:t>Extra Curricular</a:t>
            </a:r>
            <a:endParaRPr lang="en-AU" dirty="0"/>
          </a:p>
          <a:p>
            <a:r>
              <a:rPr lang="en-US" dirty="0"/>
              <a:t>Activity Details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120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Staff 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5237" y="2160588"/>
            <a:ext cx="5501564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</a:t>
            </a:r>
            <a:r>
              <a:rPr lang="en-US" b="1" dirty="0" smtClean="0"/>
              <a:t>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462" y="1616075"/>
            <a:ext cx="6563113" cy="442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8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Master Data</a:t>
            </a:r>
            <a:endParaRPr lang="en-AU" dirty="0"/>
          </a:p>
          <a:p>
            <a:r>
              <a:rPr lang="en-US" dirty="0" smtClean="0"/>
              <a:t>Admin </a:t>
            </a:r>
            <a:r>
              <a:rPr lang="en-US" dirty="0"/>
              <a:t>User can enter master data using above links</a:t>
            </a:r>
            <a:endParaRPr lang="en-AU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1428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037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School 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90181"/>
            <a:ext cx="8596668" cy="4751181"/>
          </a:xfrm>
        </p:spPr>
        <p:txBody>
          <a:bodyPr/>
          <a:lstStyle/>
          <a:p>
            <a:r>
              <a:rPr lang="en-US" dirty="0"/>
              <a:t>Maintain </a:t>
            </a:r>
            <a:r>
              <a:rPr lang="en-US" dirty="0" smtClean="0"/>
              <a:t>School Related Details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76" y="1803748"/>
            <a:ext cx="9077325" cy="479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08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5529"/>
          </a:xfrm>
        </p:spPr>
        <p:txBody>
          <a:bodyPr/>
          <a:lstStyle/>
          <a:p>
            <a:r>
              <a:rPr lang="en-US" b="1" dirty="0"/>
              <a:t>Reporting </a:t>
            </a:r>
            <a:r>
              <a:rPr lang="en-US" b="1" dirty="0" smtClean="0"/>
              <a:t>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65129"/>
            <a:ext cx="8596668" cy="4776233"/>
          </a:xfrm>
        </p:spPr>
        <p:txBody>
          <a:bodyPr/>
          <a:lstStyle/>
          <a:p>
            <a:pPr lvl="0" hangingPunct="0"/>
            <a:r>
              <a:rPr lang="en-US" dirty="0"/>
              <a:t>Generate Reports on Student Attendance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Generate </a:t>
            </a:r>
            <a:r>
              <a:rPr lang="en-US" dirty="0"/>
              <a:t>Reports on Staff Attendance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Generate </a:t>
            </a:r>
            <a:r>
              <a:rPr lang="en-US" dirty="0"/>
              <a:t>Student General Reports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Generate </a:t>
            </a:r>
            <a:r>
              <a:rPr lang="en-US" dirty="0"/>
              <a:t>Staff General Reports 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0997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3003"/>
          </a:xfrm>
        </p:spPr>
        <p:txBody>
          <a:bodyPr/>
          <a:lstStyle/>
          <a:p>
            <a:r>
              <a:rPr lang="en-US" b="1" dirty="0"/>
              <a:t>Reporting 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578279"/>
            <a:ext cx="8596312" cy="342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85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Reporting 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526" y="2160588"/>
            <a:ext cx="557298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8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Reports</a:t>
            </a:r>
            <a:endParaRPr lang="en-A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775" y="4366767"/>
            <a:ext cx="7705725" cy="3076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01" y="1841326"/>
            <a:ext cx="8422449" cy="262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1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Attendance </a:t>
            </a:r>
            <a:r>
              <a:rPr lang="en-US" b="1" dirty="0" smtClean="0"/>
              <a:t>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0192" y="2160588"/>
            <a:ext cx="669165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1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893"/>
          </a:xfrm>
        </p:spPr>
        <p:txBody>
          <a:bodyPr/>
          <a:lstStyle/>
          <a:p>
            <a:r>
              <a:rPr lang="en-US" b="1" dirty="0"/>
              <a:t>Attendance 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8385"/>
            <a:ext cx="8596668" cy="4412978"/>
          </a:xfrm>
        </p:spPr>
        <p:txBody>
          <a:bodyPr>
            <a:normAutofit/>
          </a:bodyPr>
          <a:lstStyle/>
          <a:p>
            <a:pPr lvl="0" hangingPunct="0"/>
            <a:r>
              <a:rPr lang="en-US" dirty="0"/>
              <a:t>Maintain Student Attendance Details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Maintain </a:t>
            </a:r>
            <a:r>
              <a:rPr lang="en-US" dirty="0"/>
              <a:t>Staff Attendance Details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Manually </a:t>
            </a:r>
            <a:r>
              <a:rPr lang="en-US" dirty="0"/>
              <a:t>enter the staff attendance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Manually </a:t>
            </a:r>
            <a:r>
              <a:rPr lang="en-US" dirty="0"/>
              <a:t>enter attendance for special events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Search </a:t>
            </a:r>
            <a:r>
              <a:rPr lang="en-US" dirty="0"/>
              <a:t>best student attendance records by grade, class, month and year </a:t>
            </a:r>
            <a:endParaRPr lang="en-AU" dirty="0"/>
          </a:p>
          <a:p>
            <a:r>
              <a:rPr lang="en-US" dirty="0"/>
              <a:t> </a:t>
            </a:r>
            <a:r>
              <a:rPr lang="en-US" dirty="0" smtClean="0"/>
              <a:t>Upload </a:t>
            </a:r>
            <a:r>
              <a:rPr lang="en-US" dirty="0"/>
              <a:t>staff attendance data to the system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3059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Management </a:t>
            </a:r>
            <a:r>
              <a:rPr lang="en-US" b="1" dirty="0" smtClean="0"/>
              <a:t>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836" y="2160588"/>
            <a:ext cx="843636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52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Communication Module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Send customized instant SMS messages to parents regarding quick updates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16" y="2638887"/>
            <a:ext cx="91440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Fee Module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464561"/>
            <a:ext cx="8596312" cy="327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6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0789"/>
          </a:xfrm>
        </p:spPr>
        <p:txBody>
          <a:bodyPr/>
          <a:lstStyle/>
          <a:p>
            <a:r>
              <a:rPr lang="en-AU" dirty="0" smtClean="0"/>
              <a:t>Benefits of using Futureminds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8071"/>
            <a:ext cx="8596668" cy="4563291"/>
          </a:xfrm>
        </p:spPr>
        <p:txBody>
          <a:bodyPr>
            <a:normAutofit/>
          </a:bodyPr>
          <a:lstStyle/>
          <a:p>
            <a:r>
              <a:rPr lang="en-AU" dirty="0" err="1"/>
              <a:t>Futuremind</a:t>
            </a:r>
            <a:r>
              <a:rPr lang="en-AU" dirty="0"/>
              <a:t> helps the staff overcome issues with the manual system, making their documentation easier. </a:t>
            </a:r>
          </a:p>
          <a:p>
            <a:r>
              <a:rPr lang="en-AU" dirty="0" err="1"/>
              <a:t>Futuremind</a:t>
            </a:r>
            <a:r>
              <a:rPr lang="en-AU" dirty="0"/>
              <a:t> improves the timeliness of the tasks. </a:t>
            </a:r>
          </a:p>
          <a:p>
            <a:r>
              <a:rPr lang="en-AU" dirty="0" err="1"/>
              <a:t>Futuremind</a:t>
            </a:r>
            <a:r>
              <a:rPr lang="en-AU" dirty="0"/>
              <a:t> systemizes the entire school management process allowing users to store majority of their school's information electronically. </a:t>
            </a:r>
          </a:p>
          <a:p>
            <a:r>
              <a:rPr lang="en-AU" dirty="0" err="1"/>
              <a:t>Futuremind</a:t>
            </a:r>
            <a:r>
              <a:rPr lang="en-AU" dirty="0"/>
              <a:t> contributes to the improvement of the students’ academic performances. </a:t>
            </a:r>
          </a:p>
          <a:p>
            <a:r>
              <a:rPr lang="en-AU" dirty="0" err="1"/>
              <a:t>Futuremind</a:t>
            </a:r>
            <a:r>
              <a:rPr lang="en-AU" dirty="0"/>
              <a:t> helps to develop a better relationship between students, teachers and parents. </a:t>
            </a:r>
          </a:p>
          <a:p>
            <a:r>
              <a:rPr lang="en-AU" dirty="0" err="1"/>
              <a:t>Futuremind</a:t>
            </a:r>
            <a:r>
              <a:rPr lang="en-AU" dirty="0"/>
              <a:t> provides fast access to relevant information. </a:t>
            </a:r>
          </a:p>
          <a:p>
            <a:r>
              <a:rPr lang="en-AU" dirty="0" err="1"/>
              <a:t>Futuremind</a:t>
            </a:r>
            <a:r>
              <a:rPr lang="en-AU" dirty="0"/>
              <a:t> enables the school management to readily access information, view various reports and make managerial decisions. </a:t>
            </a:r>
          </a:p>
          <a:p>
            <a:r>
              <a:rPr lang="en-AU" dirty="0" err="1"/>
              <a:t>Futuremind</a:t>
            </a:r>
            <a:r>
              <a:rPr lang="en-AU" dirty="0"/>
              <a:t> ensures the security of data.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7528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5633"/>
          </a:xfrm>
        </p:spPr>
        <p:txBody>
          <a:bodyPr/>
          <a:lstStyle/>
          <a:p>
            <a:r>
              <a:rPr lang="en-AU" dirty="0"/>
              <a:t>Benefits of using Futureminds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Parents can view the below information on smartphones: o Student attendance details</a:t>
            </a:r>
          </a:p>
          <a:p>
            <a:r>
              <a:rPr lang="en-AU" dirty="0"/>
              <a:t>Student marks (Term Marks, Exam Marks, Assignment Marks, Monthly Grades)</a:t>
            </a:r>
          </a:p>
          <a:p>
            <a:r>
              <a:rPr lang="en-AU" dirty="0"/>
              <a:t>Any disciplinary action against the Student o Religious activities the Student has attended</a:t>
            </a:r>
          </a:p>
          <a:p>
            <a:r>
              <a:rPr lang="en-AU" dirty="0"/>
              <a:t>	Academic achievements of the Student </a:t>
            </a:r>
          </a:p>
          <a:p>
            <a:r>
              <a:rPr lang="en-AU" dirty="0"/>
              <a:t>	Parents can send instant messages to Teachers</a:t>
            </a:r>
          </a:p>
        </p:txBody>
      </p:sp>
    </p:spTree>
    <p:extLst>
      <p:ext uri="{BB962C8B-B14F-4D97-AF65-F5344CB8AC3E}">
        <p14:creationId xmlns:p14="http://schemas.microsoft.com/office/powerpoint/2010/main" val="2387047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3315"/>
          </a:xfrm>
        </p:spPr>
        <p:txBody>
          <a:bodyPr/>
          <a:lstStyle/>
          <a:p>
            <a:r>
              <a:rPr lang="en-AU" dirty="0"/>
              <a:t>Benefits of using Futureminds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6067"/>
            <a:ext cx="8596668" cy="4325296"/>
          </a:xfrm>
        </p:spPr>
        <p:txBody>
          <a:bodyPr>
            <a:normAutofit/>
          </a:bodyPr>
          <a:lstStyle/>
          <a:p>
            <a:r>
              <a:rPr lang="en-AU" dirty="0"/>
              <a:t>Teachers can send instant messages to Parents for the below items:</a:t>
            </a:r>
          </a:p>
          <a:p>
            <a:r>
              <a:rPr lang="en-AU" dirty="0" smtClean="0"/>
              <a:t> </a:t>
            </a:r>
            <a:r>
              <a:rPr lang="en-AU" dirty="0"/>
              <a:t>School updates and events notifications</a:t>
            </a:r>
          </a:p>
          <a:p>
            <a:r>
              <a:rPr lang="en-AU" dirty="0" smtClean="0"/>
              <a:t> </a:t>
            </a:r>
            <a:r>
              <a:rPr lang="en-AU" dirty="0"/>
              <a:t>Attendance notifications of Students/Teachers</a:t>
            </a:r>
          </a:p>
          <a:p>
            <a:r>
              <a:rPr lang="en-AU" dirty="0" smtClean="0"/>
              <a:t> </a:t>
            </a:r>
            <a:r>
              <a:rPr lang="en-AU" dirty="0"/>
              <a:t>Notifications of classroom activities (specially for the Primary section)</a:t>
            </a:r>
          </a:p>
          <a:p>
            <a:r>
              <a:rPr lang="en-AU" dirty="0" smtClean="0"/>
              <a:t> </a:t>
            </a:r>
            <a:r>
              <a:rPr lang="en-AU" dirty="0"/>
              <a:t>Notifications of Student disciplinary actions</a:t>
            </a:r>
          </a:p>
          <a:p>
            <a:r>
              <a:rPr lang="en-AU" dirty="0" smtClean="0"/>
              <a:t> </a:t>
            </a:r>
            <a:r>
              <a:rPr lang="en-AU" dirty="0"/>
              <a:t>Notifications of Term marks and Assignment marks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1127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Thanks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 smtClean="0"/>
              <a:t>   Thanks </a:t>
            </a:r>
          </a:p>
          <a:p>
            <a:r>
              <a:rPr lang="en-AU" dirty="0"/>
              <a:t> </a:t>
            </a:r>
            <a:r>
              <a:rPr lang="en-AU" dirty="0" smtClean="0"/>
              <a:t>Futureminds Team!</a:t>
            </a:r>
          </a:p>
          <a:p>
            <a:endParaRPr lang="en-AU" dirty="0"/>
          </a:p>
          <a:p>
            <a:r>
              <a:rPr lang="en-AU" dirty="0" smtClean="0"/>
              <a:t>                      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192" y="3643775"/>
            <a:ext cx="1066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910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540</Words>
  <Application>Microsoft Office PowerPoint</Application>
  <PresentationFormat>Widescreen</PresentationFormat>
  <Paragraphs>119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 3</vt:lpstr>
      <vt:lpstr>Facet</vt:lpstr>
      <vt:lpstr>School Management System</vt:lpstr>
      <vt:lpstr>The School Management System</vt:lpstr>
      <vt:lpstr>Why You Need a School Management System</vt:lpstr>
      <vt:lpstr>Why You Need a School Management System</vt:lpstr>
      <vt:lpstr>What is FutureMinds</vt:lpstr>
      <vt:lpstr>Login Page</vt:lpstr>
      <vt:lpstr>Main Modules</vt:lpstr>
      <vt:lpstr>How Far Does This Cover</vt:lpstr>
      <vt:lpstr>Student Module</vt:lpstr>
      <vt:lpstr>Student Module</vt:lpstr>
      <vt:lpstr>Staff Module</vt:lpstr>
      <vt:lpstr>Staff Module</vt:lpstr>
      <vt:lpstr>Reference Module</vt:lpstr>
      <vt:lpstr>Reference Module</vt:lpstr>
      <vt:lpstr>School Module</vt:lpstr>
      <vt:lpstr>Reporting Module</vt:lpstr>
      <vt:lpstr>Reporting Module</vt:lpstr>
      <vt:lpstr>Reporting Module</vt:lpstr>
      <vt:lpstr>Sample Reports</vt:lpstr>
      <vt:lpstr>Attendance Module</vt:lpstr>
      <vt:lpstr>Attendance Module</vt:lpstr>
      <vt:lpstr>User Management Module</vt:lpstr>
      <vt:lpstr>Communication Module</vt:lpstr>
      <vt:lpstr>Fee Module</vt:lpstr>
      <vt:lpstr>Benefits of using Futureminds</vt:lpstr>
      <vt:lpstr>Benefits of using Futureminds</vt:lpstr>
      <vt:lpstr>Benefits of using Futureminds</vt:lpstr>
      <vt:lpstr>Thanks</vt:lpstr>
    </vt:vector>
  </TitlesOfParts>
  <Company>West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</dc:title>
  <dc:creator>Mamillapalli, Srikanth</dc:creator>
  <cp:lastModifiedBy>Mamillapalli, Srikanth</cp:lastModifiedBy>
  <cp:revision>45</cp:revision>
  <dcterms:created xsi:type="dcterms:W3CDTF">2016-01-21T13:01:38Z</dcterms:created>
  <dcterms:modified xsi:type="dcterms:W3CDTF">2016-01-21T14:47:22Z</dcterms:modified>
</cp:coreProperties>
</file>