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Failure Mode Analysis (FMA)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Aurora PostgreSQL | Oracle DB | A3P | OCP</a:t>
            </a:r>
          </a:p>
          <a:p>
            <a:r>
              <a:t>Leadership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Comprehensive FMA performed across critical platforms</a:t>
            </a:r>
          </a:p>
          <a:p>
            <a:pPr lvl="1"/>
            <a:r>
              <a:t>Risk evaluated using Severity, Occurrence, Detectability</a:t>
            </a:r>
          </a:p>
          <a:p>
            <a:pPr lvl="1"/>
            <a:r>
              <a:t>RPN calculated for prioritization</a:t>
            </a:r>
          </a:p>
          <a:p>
            <a:pPr lvl="1"/>
            <a:r>
              <a:t>High-risk areas identified in API Gateway, DB Connectivity, Storage</a:t>
            </a:r>
          </a:p>
          <a:p>
            <a:pPr lvl="1"/>
            <a:r>
              <a:t>Mitigation strategies defined with RTO/RPO alignment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Scoring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Severity (S): Business Impact (1–10)</a:t>
            </a:r>
          </a:p>
          <a:p>
            <a:pPr lvl="1"/>
            <a:r>
              <a:t>Occurrence (O): Likelihood of Failure (1–10)</a:t>
            </a:r>
          </a:p>
          <a:p>
            <a:pPr lvl="1"/>
            <a:r>
              <a:t>Detectability (D): Ability to Detect Early (1–10)</a:t>
            </a:r>
          </a:p>
          <a:p>
            <a:pPr lvl="1"/>
            <a:r>
              <a:t>RPN = S × O × D</a:t>
            </a:r>
          </a:p>
          <a:p>
            <a:pPr lvl="1"/>
            <a:r>
              <a:t>Higher RPN = Higher Priority for Mitigation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Aurora PostgreSQL – Key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DB Endpoint Not Reachable (High Severity)</a:t>
            </a:r>
          </a:p>
          <a:p>
            <a:pPr lvl="1"/>
            <a:r>
              <a:t>In-Region Failover (Transient Impact)</a:t>
            </a:r>
          </a:p>
          <a:p>
            <a:pPr lvl="1"/>
            <a:r>
              <a:t>Storage / Tablespace Full</a:t>
            </a:r>
          </a:p>
          <a:p>
            <a:pPr lvl="1"/>
            <a:r>
              <a:t>Mitigation: Multi-AZ, Auto Storage Scaling, Retry Logic</a:t>
            </a:r>
          </a:p>
          <a:p>
            <a:pPr lvl="1"/>
            <a:r>
              <a:t>Monitoring: CloudWatch + Performance Insights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Oracle Database – Key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Listener Down</a:t>
            </a:r>
          </a:p>
          <a:p>
            <a:pPr lvl="1"/>
            <a:r>
              <a:t>Session Limit Exceeded</a:t>
            </a:r>
          </a:p>
          <a:p>
            <a:pPr lvl="1"/>
            <a:r>
              <a:t>Tablespace Full</a:t>
            </a:r>
          </a:p>
          <a:p>
            <a:pPr lvl="1"/>
            <a:r>
              <a:t>Mitigation: Listener Monitoring, Pool Tuning, Capacity Planning</a:t>
            </a:r>
          </a:p>
          <a:p>
            <a:pPr lvl="1"/>
            <a:r>
              <a:t>Automated Alerting Recommended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A3P Platform – Key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Secret Store Access Failure</a:t>
            </a:r>
          </a:p>
          <a:p>
            <a:pPr lvl="1"/>
            <a:r>
              <a:t>Certificate Expiry</a:t>
            </a:r>
          </a:p>
          <a:p>
            <a:pPr lvl="1"/>
            <a:r>
              <a:t>API Gateway Failure</a:t>
            </a:r>
          </a:p>
          <a:p>
            <a:pPr lvl="1"/>
            <a:r>
              <a:t>Mitigation: IAM Validation, Cert Expiry Alerts, HA Gateway</a:t>
            </a:r>
          </a:p>
          <a:p>
            <a:pPr lvl="1"/>
            <a:r>
              <a:t>Active-Active Deployment Recommended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OCP (OpenShift) – Key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Pod CrashLoopBackOff</a:t>
            </a:r>
          </a:p>
          <a:p>
            <a:pPr lvl="1"/>
            <a:r>
              <a:t>Node Not Ready</a:t>
            </a:r>
          </a:p>
          <a:p>
            <a:pPr lvl="1"/>
            <a:r>
              <a:t>Persistent Volume Full</a:t>
            </a:r>
          </a:p>
          <a:p>
            <a:pPr lvl="1"/>
            <a:r>
              <a:t>Mitigation: Resource Limits, Node Autoscaling, Storage Alerts</a:t>
            </a:r>
          </a:p>
          <a:p>
            <a:pPr lvl="1"/>
            <a:r>
              <a:t>Health Probes &amp; Observability Critical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Architecture-Level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Network Latency Between Services</a:t>
            </a:r>
          </a:p>
          <a:p>
            <a:pPr lvl="1"/>
            <a:r>
              <a:t>API Gateway Single Point of Failure</a:t>
            </a:r>
          </a:p>
          <a:p>
            <a:pPr lvl="1"/>
            <a:r>
              <a:t>Storage Saturation</a:t>
            </a:r>
          </a:p>
          <a:p>
            <a:pPr lvl="1"/>
            <a:r>
              <a:t>Mitigation: Distributed Tracing, HA Design, Capacity Forecasting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Implement Proactive Monitoring &amp; Alerting</a:t>
            </a:r>
          </a:p>
          <a:p>
            <a:pPr lvl="1"/>
            <a:r>
              <a:t>Quarterly Failover Testing</a:t>
            </a:r>
          </a:p>
          <a:p>
            <a:pPr lvl="1"/>
            <a:r>
              <a:t>Automate Certificate &amp; Secret Rotation</a:t>
            </a:r>
          </a:p>
          <a:p>
            <a:pPr lvl="1"/>
            <a:r>
              <a:t>Establish RTO/RPO Validation Drills</a:t>
            </a:r>
          </a:p>
          <a:p>
            <a:pPr lvl="1"/>
            <a:r>
              <a:t>Adopt Chaos Engineering in Lower Environments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